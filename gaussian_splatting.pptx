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1" r:id="rId1"/>
  </p:sldMasterIdLst>
  <p:notesMasterIdLst>
    <p:notesMasterId r:id="rId10"/>
  </p:notesMasterIdLst>
  <p:sldIdLst>
    <p:sldId id="256" r:id="rId2"/>
    <p:sldId id="257" r:id="rId3"/>
    <p:sldId id="961" r:id="rId4"/>
    <p:sldId id="963" r:id="rId5"/>
    <p:sldId id="962" r:id="rId6"/>
    <p:sldId id="259" r:id="rId7"/>
    <p:sldId id="964" r:id="rId8"/>
    <p:sldId id="9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04"/>
  </p:normalViewPr>
  <p:slideViewPr>
    <p:cSldViewPr snapToGrid="0">
      <p:cViewPr varScale="1">
        <p:scale>
          <a:sx n="120" d="100"/>
          <a:sy n="120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1776D-BBB2-9045-BC5F-EA34BAA3AE13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6E68B-A9CC-AB4E-BFA8-E9359AC8B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81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6D18E-8B09-B24B-9169-4FC527B8D84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37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08FDF54-4819-1540-8706-E51A1E6653E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97004B6-B1C6-8347-8F1F-1EA741DA6A3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280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FDF54-4819-1540-8706-E51A1E6653E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04B6-B1C6-8347-8F1F-1EA741DA6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13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FDF54-4819-1540-8706-E51A1E6653E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04B6-B1C6-8347-8F1F-1EA741DA6A3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300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FDF54-4819-1540-8706-E51A1E6653E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04B6-B1C6-8347-8F1F-1EA741DA6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94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FDF54-4819-1540-8706-E51A1E6653E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04B6-B1C6-8347-8F1F-1EA741DA6A33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255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FDF54-4819-1540-8706-E51A1E6653E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04B6-B1C6-8347-8F1F-1EA741DA6A3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313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FDF54-4819-1540-8706-E51A1E6653E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04B6-B1C6-8347-8F1F-1EA741DA6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310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FDF54-4819-1540-8706-E51A1E6653E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04B6-B1C6-8347-8F1F-1EA741DA6A3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331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FDF54-4819-1540-8706-E51A1E6653E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04B6-B1C6-8347-8F1F-1EA741DA6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82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FDF54-4819-1540-8706-E51A1E6653E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04B6-B1C6-8347-8F1F-1EA741DA6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94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FDF54-4819-1540-8706-E51A1E6653E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04B6-B1C6-8347-8F1F-1EA741DA6A3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73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FDF54-4819-1540-8706-E51A1E6653E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04B6-B1C6-8347-8F1F-1EA741DA6A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0629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FDF54-4819-1540-8706-E51A1E6653E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04B6-B1C6-8347-8F1F-1EA741DA6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3158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FDF54-4819-1540-8706-E51A1E6653E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04B6-B1C6-8347-8F1F-1EA741DA6A3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747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FDF54-4819-1540-8706-E51A1E6653E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04B6-B1C6-8347-8F1F-1EA741DA6A3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018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FDF54-4819-1540-8706-E51A1E6653E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04B6-B1C6-8347-8F1F-1EA741DA6A3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333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FDF54-4819-1540-8706-E51A1E6653E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04B6-B1C6-8347-8F1F-1EA741DA6A3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27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08FDF54-4819-1540-8706-E51A1E6653E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97004B6-B1C6-8347-8F1F-1EA741DA6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36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  <p:sldLayoutId id="2147483817" r:id="rId16"/>
    <p:sldLayoutId id="214748381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95534-9479-AED2-031A-05FFF4316C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Gaussian Splatting using HPC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60498-3B21-4939-7DF8-AC93B18AE2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By</a:t>
            </a:r>
          </a:p>
          <a:p>
            <a:r>
              <a:rPr lang="en-US" dirty="0"/>
              <a:t>Mohammed Musthafa Rafi</a:t>
            </a:r>
          </a:p>
          <a:p>
            <a:r>
              <a:rPr lang="en-US" dirty="0"/>
              <a:t>COMS 625</a:t>
            </a:r>
          </a:p>
          <a:p>
            <a:r>
              <a:rPr lang="en-US" dirty="0"/>
              <a:t>Final Project</a:t>
            </a:r>
          </a:p>
        </p:txBody>
      </p:sp>
    </p:spTree>
    <p:extLst>
      <p:ext uri="{BB962C8B-B14F-4D97-AF65-F5344CB8AC3E}">
        <p14:creationId xmlns:p14="http://schemas.microsoft.com/office/powerpoint/2010/main" val="1908604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49C117F-F390-437B-ADB0-57E87EFF3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7EF42F8-2417-49A6-95CE-DE9503B0A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C6F623B-2003-4AED-B02F-541A150EC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D11837A-4F3D-419F-ACE2-E80B1EA28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9411D1A-7E2C-4A36-BE32-BF7A8E130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0742BC3-654B-4E41-9A6A-73A42E477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CD07172-CD61-45EB-BEE3-F644503E5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ADA5DB-ED12-413A-AAB5-6A8D1152E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A45E5C-ACB9-49E8-B4DB-5255C237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AD48F1-6785-361F-BB34-AF1CC19E4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852" y="872061"/>
            <a:ext cx="3073940" cy="3436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What is gaussian splatting?</a:t>
            </a: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57E618C-1D7B-4A51-90C1-6106CD8A1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Question mark">
            <a:extLst>
              <a:ext uri="{FF2B5EF4-FFF2-40B4-BE49-F238E27FC236}">
                <a16:creationId xmlns:a16="http://schemas.microsoft.com/office/drawing/2014/main" id="{CE02A44E-BF87-D376-A05D-26C77DD30F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91056" y="609602"/>
            <a:ext cx="5587749" cy="558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159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3DFF7AB-22C7-3408-F439-AD3401BBD20A}"/>
              </a:ext>
            </a:extLst>
          </p:cNvPr>
          <p:cNvSpPr txBox="1"/>
          <p:nvPr/>
        </p:nvSpPr>
        <p:spPr bwMode="auto">
          <a:xfrm>
            <a:off x="3316288" y="4800600"/>
            <a:ext cx="5486400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000" b="1" dirty="0" err="1">
                <a:solidFill>
                  <a:srgbClr val="CE1126"/>
                </a:solidFill>
                <a:latin typeface="+mj-lt"/>
                <a:ea typeface="+mj-ea"/>
                <a:cs typeface="+mj-cs"/>
              </a:rPr>
              <a:t>NeRF</a:t>
            </a:r>
            <a:r>
              <a:rPr lang="en-US" sz="2000" b="1" dirty="0">
                <a:solidFill>
                  <a:srgbClr val="CE1126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pic>
        <p:nvPicPr>
          <p:cNvPr id="16" name="Picture 15" descr="A diagram of a machine&#10;&#10;AI-generated content may be incorrect.">
            <a:extLst>
              <a:ext uri="{FF2B5EF4-FFF2-40B4-BE49-F238E27FC236}">
                <a16:creationId xmlns:a16="http://schemas.microsoft.com/office/drawing/2014/main" id="{4D295A69-4E3B-D814-C305-FCC72C3F4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288" y="1490600"/>
            <a:ext cx="5486400" cy="2359151"/>
          </a:xfrm>
          <a:prstGeom prst="rect">
            <a:avLst/>
          </a:prstGeom>
          <a:noFill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EADA0C-CA3D-C711-4867-FF3B8434A4FC}"/>
              </a:ext>
            </a:extLst>
          </p:cNvPr>
          <p:cNvSpPr txBox="1"/>
          <p:nvPr/>
        </p:nvSpPr>
        <p:spPr bwMode="auto">
          <a:xfrm>
            <a:off x="3316288" y="5367338"/>
            <a:ext cx="5486400" cy="804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20000"/>
              </a:spcBef>
              <a:buClr>
                <a:srgbClr val="CE1126"/>
              </a:buClr>
              <a:buSzPct val="80000"/>
            </a:pPr>
            <a:r>
              <a:rPr lang="en-US" sz="1400"/>
              <a:t>technique for 3D scene reconstruction and novel view synthesis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F8E1A-EA9D-3B73-AAFA-8A3B81B69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57150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179A9A4E-4C82-4D44-9372-C31BB3818094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23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F6D81C7-B083-478E-82FE-089A8CB72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398EDA2-4889-433D-AC01-5214D79764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099D46A-AF52-46FD-938B-D31189460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933E919-C473-4F0E-9DBC-CC65FC9E9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BBF3BDD-5C99-4FDC-BBCB-E711359D9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6B54F2-CD11-4359-A7D6-DA7C76C09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E61F402-3445-458A-9A2B-D28FD2883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673C096-95AE-4644-B76C-1DF1B667D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7A91835-418B-4867-87D7-1376A57F3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5B511A1-E0EC-49FE-8068-9DA29CD0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A61BC5F-ADA4-4DBA-9C6B-E17E0B82E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1CE6F7D2-ACED-47D2-BEFD-FB26F7537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A8978-4544-98D2-05B0-E21050421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3660056" cy="13253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Gaussian splat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E880E9-2B86-4CDB-B5B7-308745CDD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5401" y="2400639"/>
            <a:ext cx="36600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479E0C7-A562-1FBE-A1E6-E2388C461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233" y="2486471"/>
            <a:ext cx="4109063" cy="33893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FAC42F-6F36-204F-FCD3-1348912AEE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8668" y="2642762"/>
            <a:ext cx="5469466" cy="1572472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977846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B724B-FF01-29C7-9970-F345CA279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it 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AA75F-DD0B-E99C-3B61-8A18154CA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Structure from Motion</a:t>
            </a:r>
          </a:p>
          <a:p>
            <a:r>
              <a:rPr lang="en-US" b="1" dirty="0"/>
              <a:t>2. Convert to Gaussians</a:t>
            </a:r>
          </a:p>
          <a:p>
            <a:r>
              <a:rPr lang="en-US" b="1" dirty="0"/>
              <a:t>3. Training</a:t>
            </a:r>
          </a:p>
          <a:p>
            <a:r>
              <a:rPr lang="en-US" b="1" dirty="0"/>
              <a:t>4. Differentiable Gaussian Rasterization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733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A90D6-DE9F-5E80-1CF5-5151143E5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311741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US" dirty="0"/>
              <a:t>Gaussian splatting for Real-Time Radiance Field Rendering</a:t>
            </a:r>
            <a:br>
              <a:rPr lang="en-US" dirty="0"/>
            </a:b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ED9B5F4-AC18-B9F6-7BD4-186FBF89F8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12359" y="2925119"/>
            <a:ext cx="555491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</a:rPr>
              <a:t>Novel 3D scene representation using explicit 3D Gaussians </a:t>
            </a:r>
          </a:p>
          <a:p>
            <a:pPr marL="0"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</a:rPr>
              <a:t>Real-time rendering technique for novel view synthesis </a:t>
            </a:r>
          </a:p>
          <a:p>
            <a:pPr marL="0"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</a:rPr>
              <a:t>Alternative to </a:t>
            </a:r>
            <a:r>
              <a:rPr lang="en-US" altLang="en-US" sz="1800" dirty="0" err="1">
                <a:solidFill>
                  <a:schemeClr val="tx1"/>
                </a:solidFill>
              </a:rPr>
              <a:t>NeRF's</a:t>
            </a:r>
            <a:r>
              <a:rPr lang="en-US" altLang="en-US" sz="1800" dirty="0">
                <a:solidFill>
                  <a:schemeClr val="tx1"/>
                </a:solidFill>
              </a:rPr>
              <a:t> implicit neural representation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98AE3-B579-C85A-0EA9-0C24A405FC67}"/>
              </a:ext>
            </a:extLst>
          </p:cNvPr>
          <p:cNvSpPr txBox="1"/>
          <p:nvPr/>
        </p:nvSpPr>
        <p:spPr>
          <a:xfrm>
            <a:off x="1412359" y="3971837"/>
            <a:ext cx="61190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Problem with </a:t>
            </a:r>
            <a:r>
              <a:rPr lang="en-US" b="1" dirty="0" err="1"/>
              <a:t>NeRFs</a:t>
            </a:r>
            <a:endParaRPr lang="en-US" dirty="0"/>
          </a:p>
          <a:p>
            <a:r>
              <a:rPr lang="en-US" dirty="0"/>
              <a:t>- Slow rendering: minutes to hours per frame</a:t>
            </a:r>
          </a:p>
          <a:p>
            <a:r>
              <a:rPr lang="en-US" dirty="0"/>
              <a:t>- Requires neural network evaluation for every pixel</a:t>
            </a:r>
          </a:p>
          <a:p>
            <a:r>
              <a:rPr lang="en-US" dirty="0"/>
              <a:t>- Not suitable for real-time applications (VR/AR, gaming)</a:t>
            </a:r>
          </a:p>
        </p:txBody>
      </p:sp>
    </p:spTree>
    <p:extLst>
      <p:ext uri="{BB962C8B-B14F-4D97-AF65-F5344CB8AC3E}">
        <p14:creationId xmlns:p14="http://schemas.microsoft.com/office/powerpoint/2010/main" val="2459351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027CB-5F5C-DED4-B308-B8686E4E0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D45EF6E-2F6B-F951-9410-8A228EC9C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0686" y="2557463"/>
            <a:ext cx="8650628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5F5AA-3105-7EE6-7541-C9B46888D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B52F4-FA09-4E43-AB3B-F1B4B6705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memory usage</a:t>
            </a:r>
          </a:p>
          <a:p>
            <a:r>
              <a:rPr lang="en-US" dirty="0"/>
              <a:t>Hard for dynamic scenes</a:t>
            </a:r>
          </a:p>
          <a:p>
            <a:r>
              <a:rPr lang="en-US" dirty="0"/>
              <a:t>Editing and semantic is not easy</a:t>
            </a:r>
          </a:p>
        </p:txBody>
      </p:sp>
    </p:spTree>
    <p:extLst>
      <p:ext uri="{BB962C8B-B14F-4D97-AF65-F5344CB8AC3E}">
        <p14:creationId xmlns:p14="http://schemas.microsoft.com/office/powerpoint/2010/main" val="9710077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58</TotalTime>
  <Words>131</Words>
  <Application>Microsoft Macintosh PowerPoint</Application>
  <PresentationFormat>Widescreen</PresentationFormat>
  <Paragraphs>29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Garamond</vt:lpstr>
      <vt:lpstr>Organic</vt:lpstr>
      <vt:lpstr>Gaussian Splatting using HPC</vt:lpstr>
      <vt:lpstr>What is gaussian splatting?</vt:lpstr>
      <vt:lpstr>PowerPoint Presentation</vt:lpstr>
      <vt:lpstr>Gaussian splat</vt:lpstr>
      <vt:lpstr>How it works</vt:lpstr>
      <vt:lpstr>Gaussian splatting for Real-Time Radiance Field Rendering </vt:lpstr>
      <vt:lpstr>Comparison</vt:lpstr>
      <vt:lpstr>Limitation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Rafi, Mohammed Musthafa</dc:creator>
  <cp:lastModifiedBy>Rafi, Mohammed Musthafa</cp:lastModifiedBy>
  <cp:revision>3</cp:revision>
  <dcterms:created xsi:type="dcterms:W3CDTF">2025-12-14T22:41:51Z</dcterms:created>
  <dcterms:modified xsi:type="dcterms:W3CDTF">2025-12-14T23:40:09Z</dcterms:modified>
</cp:coreProperties>
</file>